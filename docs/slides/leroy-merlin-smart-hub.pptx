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F7A3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1F7A3F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HUB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Leroy Merlin Smart Hub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Logistics Extension — Enterprise Challenge, Atividade 4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877824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977640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(YouTube):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[preencher após publicar]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(GitHub): </a:t>
            </a:r>
            <a:pPr indent="0" marL="0">
              <a:buNone/>
            </a:pPr>
            <a:r>
              <a:rPr lang="en-US" sz="14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[preencher com a URL deste repositório]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23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Marsiarelli  ·  RM 555366  ·  Turma 3SIOA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1F7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87452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 de estoque: produtos acabam sem aviso, a loja só percebe tarde.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566160"/>
            <a:ext cx="640080" cy="640080"/>
          </a:xfrm>
          <a:prstGeom prst="ellipse">
            <a:avLst/>
          </a:prstGeom>
          <a:solidFill>
            <a:srgbClr val="1F7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3832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Reposição decidida manualmente entre múltiplas lojas gera rotas de entrega maiores e mais custosas.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5074920"/>
            <a:ext cx="640080" cy="640080"/>
          </a:xfrm>
          <a:prstGeom prst="ellipse">
            <a:avLst/>
          </a:prstGeom>
          <a:solidFill>
            <a:srgbClr val="1F7A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5074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489204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direta: venda perdida + custo logístico maior.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do desafio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Challenge — Leroy Merlin Smart Hub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proposta de valor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1F6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Hub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único de estoque para toda a rede de lojas.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89320" y="169164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1453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Logistics Extension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514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IA que decide, com dados, o que repor e qual a melhor rota de entrega.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3703320"/>
            <a:ext cx="4937760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3840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~29%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4709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redução na distância percorrida pela rota de reposição (cenário de demonstração)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estamos entregando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Challenge — Leroy Merlin Smart Hub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solução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FastAPI + SQLAlchemy + SQLite (Python)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dashboard web (HTML/CSS/JS), sem dependências externas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módulos de IA: demand_forecast.py e route_optimizer.py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470916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F7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470916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30552" y="4709160"/>
            <a:ext cx="219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50008" y="470916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F7A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50008" y="470916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vendas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4709160"/>
            <a:ext cx="219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97096" y="470916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F7A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97096" y="470916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demanda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24728" y="4709160"/>
            <a:ext cx="219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44184" y="470916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F7A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44184" y="470916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71816" y="4709160"/>
            <a:ext cx="219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91272" y="470916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F7A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91272" y="470916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rota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518904" y="4709160"/>
            <a:ext cx="219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738360" y="470916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C9A2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38360" y="470916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produto foi construído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Challenge — Leroy Merlin Smart Hub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Logistics Extension: previsão de demanda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Técnica: suavização exponencial dupla (Holt) sobre 30 dias de vendas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projeção diária de demanda + quantidade sugerida de reposição, considerando estoque de segurança por produto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0" y="1691640"/>
            <a:ext cx="5715000" cy="4160520"/>
          </a:xfrm>
          <a:prstGeom prst="roundRect">
            <a:avLst>
              <a:gd name="adj" fmla="val 2198"/>
            </a:avLst>
          </a:prstGeom>
          <a:solidFill>
            <a:srgbClr val="F1F6F2"/>
          </a:solidFill>
          <a:ln w="12700">
            <a:solidFill>
              <a:srgbClr val="CFE0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2651760"/>
            <a:ext cx="5715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3840480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print do dashboard com o gráfico de previsão]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IA — demanda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Challenge — Leroy Merlin Smart Hub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Logistics Extension: roteirização de entregas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Técnica: heurística do vizinho mais próximo + refinamento 2-opt sobre distância geográfica real (Haversine)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lojas com estoque crítico identificadas automaticamente pela previsão de demanda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rota ordenada a partir do Centro de Distribuição, com economia de distância comparada a uma rota não otimizada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0" y="1691640"/>
            <a:ext cx="5715000" cy="4160520"/>
          </a:xfrm>
          <a:prstGeom prst="roundRect">
            <a:avLst>
              <a:gd name="adj" fmla="val 2198"/>
            </a:avLst>
          </a:prstGeom>
          <a:solidFill>
            <a:srgbClr val="F1F6F2"/>
          </a:solidFill>
          <a:ln w="12700">
            <a:solidFill>
              <a:srgbClr val="CFE0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2651760"/>
            <a:ext cx="5715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3840480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print do dashboard com o plano de rota]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IA — logística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Challenge — Leroy Merlin Smart Hub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754880" cy="4754880"/>
          </a:xfrm>
          <a:prstGeom prst="ellipse">
            <a:avLst/>
          </a:prstGeom>
          <a:solidFill>
            <a:srgbClr val="1F7A3F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seguir, veja o produto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funcionando de ponta a ponta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(transição para o vídeo / demonstração ao vivo)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concluído e escopo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1F6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Concluído e testado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estoque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demanda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Roteirização de entregas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funcional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3EFE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do escopo acadêmico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5146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sistemas legados reais da empresa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pagamentos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Coerência entre o prometido e o entregue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Challenge — Leroy Merlin Smart Hub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1F6F2"/>
          </a:solidFill>
          <a:ln w="12700">
            <a:solidFill>
              <a:srgbClr val="1F7A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8740" y="2011680"/>
            <a:ext cx="1188720" cy="1188720"/>
          </a:xfrm>
          <a:prstGeom prst="ellipse">
            <a:avLst/>
          </a:prstGeom>
          <a:solidFill>
            <a:srgbClr val="1F7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48740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83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Marsiarelli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31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555366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3SIOA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0" y="16916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83380" y="2011680"/>
            <a:ext cx="1188720" cy="118872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83380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383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completo]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931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[RM]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[Turma]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18020" y="2011680"/>
            <a:ext cx="1188720" cy="118872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18020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383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completo]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931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[RM]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[Turma]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0" y="16916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52660" y="2011680"/>
            <a:ext cx="1188720" cy="118872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52660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3383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completo]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931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[RM]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[Turma]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2578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4532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no FIAP NEXT 2026 (24/10, ARCA Spaces, São Paulo): [SIM / NÃO — preencher]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construiu o projeto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Challenge — Leroy Merlin Smart Hub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286000"/>
            <a:ext cx="5943600" cy="5943600"/>
          </a:xfrm>
          <a:prstGeom prst="ellipse">
            <a:avLst/>
          </a:prstGeom>
          <a:solidFill>
            <a:srgbClr val="1F7A3F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651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ruptura de estoque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34840" y="265176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2651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quilômetro rodado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0" y="265176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0" y="2651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logística baseada em dados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[link]   ·   Vídeo: [link]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Marsiarelli · RM 555366 · Turma 3SIOA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2026-09-15T18:08:28Z</dcterms:created>
  <dcterms:modified xsi:type="dcterms:W3CDTF">2026-09-15T18:08:28Z</dcterms:modified>
</cp:coreProperties>
</file>