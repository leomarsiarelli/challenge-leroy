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4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12266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QsYAtsIdOeg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LeoMarsiarelli/Challenge-Leroy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eoMarsiarelli/Challenge-Lero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youtu.be/QsYAtsIdOe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3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53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1F7A3F">
              <a:alpha val="4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2377440" y="4206240"/>
            <a:ext cx="5029200" cy="5029200"/>
          </a:xfrm>
          <a:prstGeom prst="ellipse">
            <a:avLst/>
          </a:prstGeom>
          <a:solidFill>
            <a:srgbClr val="1F7A3F">
              <a:alpha val="4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82296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HUB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745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Leroy Merlin Smart Hub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803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F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Logistics Extension — Enterprise Challenge, Atividade 4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8778240" cy="1417320"/>
          </a:xfrm>
          <a:prstGeom prst="roundRect">
            <a:avLst>
              <a:gd name="adj" fmla="val 6452"/>
            </a:avLst>
          </a:prstGeom>
          <a:solidFill>
            <a:srgbClr val="FFFFFF">
              <a:alpha val="94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 txBox="1"/>
          <p:nvPr/>
        </p:nvSpPr>
        <p:spPr>
          <a:xfrm>
            <a:off x="1051560" y="3977640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(YouTube): </a:t>
            </a:r>
            <a:r>
              <a:rPr lang="en-US" sz="14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https://youtu.be/QsYAtsIdOeg</a:t>
            </a:r>
            <a:endParaRPr lang="en-US" sz="1400" dirty="0">
              <a:solidFill>
                <a:srgbClr val="1A1F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400" b="1" dirty="0" err="1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</a:t>
            </a:r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(GitHub): </a:t>
            </a:r>
            <a:r>
              <a:rPr lang="en-US" sz="14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https://github.com/LeoMarsiarelli/Challenge-Leroy</a:t>
            </a:r>
            <a:endParaRPr lang="en-US" sz="1400" dirty="0">
              <a:solidFill>
                <a:srgbClr val="1A1F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6235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Leonardo Marsiarelli  ·  RM 555366  ·  Turma 3SIOA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F1F6F2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914400" y="2057400"/>
            <a:ext cx="640080" cy="640080"/>
          </a:xfrm>
          <a:prstGeom prst="ellipse">
            <a:avLst/>
          </a:prstGeom>
          <a:solidFill>
            <a:srgbClr val="1F7A3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87452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Ruptura de estoque: produtos acabam sem aviso, a loja só percebe tarde.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F1F6F2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640080" cy="640080"/>
          </a:xfrm>
          <a:prstGeom prst="ellipse">
            <a:avLst/>
          </a:prstGeom>
          <a:solidFill>
            <a:srgbClr val="1F7A3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 txBox="1"/>
          <p:nvPr/>
        </p:nvSpPr>
        <p:spPr>
          <a:xfrm>
            <a:off x="91440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338328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Reposição decidida manualmente entre múltiplas lojas gera rotas de entrega maiores e mais custosas.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75488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F1F6F2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914400" y="5074920"/>
            <a:ext cx="640080" cy="640080"/>
          </a:xfrm>
          <a:prstGeom prst="ellipse">
            <a:avLst/>
          </a:prstGeom>
          <a:solidFill>
            <a:srgbClr val="1F7A3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 txBox="1"/>
          <p:nvPr/>
        </p:nvSpPr>
        <p:spPr>
          <a:xfrm>
            <a:off x="914400" y="5074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489204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direta: venda perdida + custo logístico maior.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do desafio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— Leroy Merlin Smart Hub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proposta de valor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120640" cy="4206240"/>
          </a:xfrm>
          <a:prstGeom prst="roundRect">
            <a:avLst>
              <a:gd name="adj" fmla="val 2174"/>
            </a:avLst>
          </a:prstGeom>
          <a:solidFill>
            <a:srgbClr val="F1F6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 txBox="1"/>
          <p:nvPr/>
        </p:nvSpPr>
        <p:spPr>
          <a:xfrm>
            <a:off x="91440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Hub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5146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único de estoque para toda a rede de lojas.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89320" y="1691640"/>
            <a:ext cx="5577840" cy="4206240"/>
          </a:xfrm>
          <a:prstGeom prst="roundRect">
            <a:avLst>
              <a:gd name="adj" fmla="val 2174"/>
            </a:avLst>
          </a:prstGeom>
          <a:solidFill>
            <a:srgbClr val="1453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 txBox="1"/>
          <p:nvPr/>
        </p:nvSpPr>
        <p:spPr>
          <a:xfrm>
            <a:off x="6309360" y="19202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Logistics Extension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25146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 IA que decide, com dados, o que repor e qual a melhor rota de entrega.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3703320"/>
            <a:ext cx="4937760" cy="1965960"/>
          </a:xfrm>
          <a:prstGeom prst="roundRect">
            <a:avLst>
              <a:gd name="adj" fmla="val 3721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 txBox="1"/>
          <p:nvPr/>
        </p:nvSpPr>
        <p:spPr>
          <a:xfrm>
            <a:off x="6492240" y="3840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~29%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47091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redução na distância percorrida pela rota de reposição (cenário de demonstração)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estamos entregando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— Leroy Merlin Smart Hub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da solução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Back-end: FastAPI + SQLAlchemy + SQLite (Python)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Front-end: dashboard web (HTML/CSS/JS), sem dependências externas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módulos de IA: demand_forecast.py e route_optimizer.py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4709160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F7A3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502920" y="4709160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130552" y="4709160"/>
            <a:ext cx="219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350008" y="4709160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F7A3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 txBox="1"/>
          <p:nvPr/>
        </p:nvSpPr>
        <p:spPr>
          <a:xfrm>
            <a:off x="2350008" y="4709160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vendas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4709160"/>
            <a:ext cx="219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97096" y="4709160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F7A3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4197096" y="4709160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demanda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824728" y="4709160"/>
            <a:ext cx="219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44184" y="4709160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F7A3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 txBox="1"/>
          <p:nvPr/>
        </p:nvSpPr>
        <p:spPr>
          <a:xfrm>
            <a:off x="6044184" y="4709160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críticas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671816" y="4709160"/>
            <a:ext cx="219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891272" y="4709160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F7A3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 txBox="1"/>
          <p:nvPr/>
        </p:nvSpPr>
        <p:spPr>
          <a:xfrm>
            <a:off x="7891272" y="4709160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Otimizador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rota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18904" y="4709160"/>
            <a:ext cx="219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738360" y="4709160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C9A22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 txBox="1"/>
          <p:nvPr/>
        </p:nvSpPr>
        <p:spPr>
          <a:xfrm>
            <a:off x="9738360" y="4709160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produto foi construído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— Leroy Merlin Smart Hub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Logistics Extension: previsão de demanda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Técnica: suavização exponencial dupla (Holt) sobre 30 dias de vendas</a:t>
            </a:r>
            <a:endParaRPr lang="en-US" sz="15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Saída: projeção diária de demanda + quantidade sugerida de reposição, considerando estoque de segurança por produto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0" y="1691640"/>
            <a:ext cx="5715000" cy="4160520"/>
          </a:xfrm>
          <a:prstGeom prst="roundRect">
            <a:avLst>
              <a:gd name="adj" fmla="val 2198"/>
            </a:avLst>
          </a:prstGeom>
          <a:solidFill>
            <a:srgbClr val="F1F6F2"/>
          </a:solidFill>
          <a:ln w="12700">
            <a:solidFill>
              <a:srgbClr val="CFE0D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5852160" y="2651760"/>
            <a:ext cx="5715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9F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3840480"/>
            <a:ext cx="5166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 print do dashboard com o gráfico de previsão]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IA — demanda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— Leroy Merlin Smart Hub</a:t>
            </a:r>
            <a:endParaRPr lang="en-US" sz="1000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D50AA617-91DC-D6D2-6EBE-7EF5798CAE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1029" y="2375517"/>
            <a:ext cx="5357261" cy="27927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Logistics Extension: roteirização de entregas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Técnica: heurística do vizinho mais próximo + refinamento 2-opt sobre distância geográfica real (Haversine)</a:t>
            </a:r>
            <a:endParaRPr lang="en-US" sz="15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Entrada: lojas com estoque crítico identificadas automaticamente pela previsão de demanda</a:t>
            </a:r>
            <a:endParaRPr lang="en-US" sz="15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Saída: rota ordenada a partir do Centro de Distribuição, com economia de distância comparada a uma rota não otimizada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0" y="1691640"/>
            <a:ext cx="5715000" cy="4160520"/>
          </a:xfrm>
          <a:prstGeom prst="roundRect">
            <a:avLst>
              <a:gd name="adj" fmla="val 2198"/>
            </a:avLst>
          </a:prstGeom>
          <a:solidFill>
            <a:srgbClr val="F1F6F2"/>
          </a:solidFill>
          <a:ln w="12700">
            <a:solidFill>
              <a:srgbClr val="CFE0D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5852160" y="2651760"/>
            <a:ext cx="5715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9F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3840480"/>
            <a:ext cx="5166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 print do dashboard com o plano de rota]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IA — logística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— Leroy Merlin Smart Hub</a:t>
            </a:r>
            <a:endParaRPr lang="en-US" sz="1000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463B871-2D09-C0EE-976C-CCD15E223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5521" y="2430276"/>
            <a:ext cx="5404832" cy="28204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53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4754880" cy="4754880"/>
          </a:xfrm>
          <a:prstGeom prst="ellipse">
            <a:avLst/>
          </a:prstGeom>
          <a:solidFill>
            <a:srgbClr val="1F7A3F">
              <a:alpha val="4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 txBox="1"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7889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seguir, veja o produto</a:t>
            </a:r>
            <a:endParaRPr lang="en-US" sz="3800" dirty="0"/>
          </a:p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funcionando de ponta a ponta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F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(transição para o vídeo / demonstração ao vivo)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Produto concluído e escopo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303520" cy="4206240"/>
          </a:xfrm>
          <a:prstGeom prst="roundRect">
            <a:avLst>
              <a:gd name="adj" fmla="val 2174"/>
            </a:avLst>
          </a:prstGeom>
          <a:solidFill>
            <a:srgbClr val="F1F6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Concluído e testado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51460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estoque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demanda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Roteirização de entregas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funcional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automatizados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169164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F3EFE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 txBox="1"/>
          <p:nvPr/>
        </p:nvSpPr>
        <p:spPr>
          <a:xfrm>
            <a:off x="6446520" y="1920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8A6D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do escopo acadêmico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51460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com sistemas legados reais da empresa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 de pagamentos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Coerência entre o prometido e o entregue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— Leroy Merlin Smart Hub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59836" y="1737360"/>
            <a:ext cx="5669280" cy="3200400"/>
          </a:xfrm>
          <a:prstGeom prst="roundRect">
            <a:avLst>
              <a:gd name="adj" fmla="val 2857"/>
            </a:avLst>
          </a:prstGeom>
          <a:solidFill>
            <a:srgbClr val="F1F6F2"/>
          </a:solidFill>
          <a:ln w="12700">
            <a:solidFill>
              <a:srgbClr val="1F7A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5271516" y="2148840"/>
            <a:ext cx="1645920" cy="1645920"/>
          </a:xfrm>
          <a:prstGeom prst="ellipse">
            <a:avLst/>
          </a:prstGeom>
          <a:solidFill>
            <a:srgbClr val="1F7A3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5271516" y="214884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3442716" y="39319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Leonardo Marsiarelli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442716" y="43891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555366  ·  Turma 3SIOA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525780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1453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 txBox="1"/>
          <p:nvPr/>
        </p:nvSpPr>
        <p:spPr>
          <a:xfrm>
            <a:off x="822960" y="52578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Participação no FIAP NEXT 2026 (24/10, ARCA Spaces, São Paulo):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construiu este projeto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— Leroy Merlin Smart Hub</a:t>
            </a:r>
            <a:endParaRPr lang="en-US" sz="1000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C4747763-36B1-784C-21E8-AA254F811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149" y="2148840"/>
            <a:ext cx="1772653" cy="177265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53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560320" y="-2286000"/>
            <a:ext cx="5943600" cy="5943600"/>
          </a:xfrm>
          <a:prstGeom prst="ellipse">
            <a:avLst/>
          </a:prstGeom>
          <a:solidFill>
            <a:srgbClr val="1F7A3F">
              <a:alpha val="4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1005840" y="2651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ruptura de estoque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34840" y="265176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 txBox="1"/>
          <p:nvPr/>
        </p:nvSpPr>
        <p:spPr>
          <a:xfrm>
            <a:off x="4617720" y="2651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quilômetro rodado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46720" y="265176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 txBox="1"/>
          <p:nvPr/>
        </p:nvSpPr>
        <p:spPr>
          <a:xfrm>
            <a:off x="8229600" y="2651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logística baseada em dados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976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CF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</a:t>
            </a:r>
            <a:r>
              <a:rPr lang="en-US" sz="16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https://github.com/LeoMarsiarelli/Challenge-Leroy</a:t>
            </a:r>
            <a:r>
              <a:rPr lang="en-US" sz="1600" dirty="0">
                <a:solidFill>
                  <a:srgbClr val="CF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Vídeo: </a:t>
            </a:r>
            <a:r>
              <a:rPr lang="en-US" sz="1600" dirty="0">
                <a:solidFill>
                  <a:srgbClr val="1A1F1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https://youtu.be/QsYAtsIdOeg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6126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7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Leonardo Marsiarelli · RM 555366 · Turma 3SIOA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545</Words>
  <Application>Microsoft Office PowerPoint</Application>
  <PresentationFormat>Widescreen</PresentationFormat>
  <Paragraphs>100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Leoanardo Marsiarelli</cp:lastModifiedBy>
  <cp:revision>3</cp:revision>
  <dcterms:created xsi:type="dcterms:W3CDTF">2026-09-16T00:15:50Z</dcterms:created>
  <dcterms:modified xsi:type="dcterms:W3CDTF">2026-09-16T01:06:35Z</dcterms:modified>
</cp:coreProperties>
</file>